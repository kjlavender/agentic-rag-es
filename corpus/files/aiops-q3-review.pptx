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AIOps 平台 2026 Q3 進度報告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平台維運部｜2026 年 10 月 5 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雲橋科技 — 測試用虛構文件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 重點成果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架構更新：四個 Agent 拆分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事件統計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風險與待解決問題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Q4 計畫與預算申請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雲橋科技 — 測試用虛構文件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 重點成果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平均修復時間（MTTR）從 46 分鐘降到 11 分鐘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自動修復率從 38% 提升到 64%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 誤修復（修壞後回滾）0 次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每晚情境模擬評測：8 個故障情境全數通過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雲橋科技 — 測試用虛構文件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架構更新：四個 Agent 拆分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monitor：偵測故障 Pod、遮罩祕密、建立 Incident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diagnose：規則 → 知識庫 → 網路搜尋 → LLM，沒有任何叢集變更權限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repair：依動作清單重建 patch，不能連外網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validate：確認 rollout 完成且穩定，記錄 Lesson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 Agent 透過 Kubernetes CRD 交接，彼此不直接呼叫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雲橋科技 — 測試用虛構文件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事件統計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463040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月份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事件數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自動修復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人工處理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 月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月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47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 月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39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29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371600" y="40233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月人工處理的事件中，有 6 起是 ImagePullBackOff（映像檔不存在且沒有核准的備用映像檔）。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雲橋科技 — 測試用虛構文件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風險與待解決問題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評審延遲 P95 為 8 秒，尖峰時段排隊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只有一張 GPU（8GB），評審與診斷搶同一張卡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repair Agent 只有單一 replica，尚未做 leader election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部分團隊的 Deployment 沒有設定 readiness probe，無法自動驗證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雲橋科技 — 測試用虛構文件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Q4 計畫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新增人工核准階段：LLM 提出的修復透過 ntfy 推播，由值班人員簽核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repair / validate 加入 leader election，支援多 replica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 OpenTelemetry，追蹤整條交接流程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目標：MTTR 降到 8 分鐘以下、自動修復率達 75%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雲橋科技 — 測試用虛構文件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預算申請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GPU 擴充：RTX 4070 Ti SUPER（16GB）× 1，預估 NT$ 32,000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用途：LLM 評審與診斷分開部署，解決排隊問題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預期效益：評審延遲 P95 從 8 秒降到 3 秒以內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申請人：平台維運部；需於 10 月 20 日前核准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雲橋科技 — 測試用虛構文件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雲橋科技 — 測試用虛構文件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2026-10-11T18:29:09Z</dcterms:created>
  <dcterms:modified xsi:type="dcterms:W3CDTF">2026-10-11T18:29:09Z</dcterms:modified>
</cp:coreProperties>
</file>